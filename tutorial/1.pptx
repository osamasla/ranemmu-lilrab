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7" r:id="rId7"/>
    <p:sldId id="271" r:id="rId8"/>
    <p:sldId id="277" r:id="rId9"/>
    <p:sldId id="279" r:id="rId10"/>
    <p:sldId id="293" r:id="rId11"/>
    <p:sldId id="290" r:id="rId12"/>
  </p:sldIdLst>
  <p:sldSz cx="12192000" cy="6858000"/>
  <p:notesSz cx="6858000" cy="9144000"/>
  <p:photoAlbum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6C265-AB40-4B19-4299-A71C6207C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98ED46-B1F4-BAAA-84C0-EA2749B39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71923-5EEB-C62D-AE1F-C83C7762A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8610-A96E-4D83-8973-D09B78956102}" type="datetimeFigureOut">
              <a:rPr lang="he-IL" smtClean="0"/>
              <a:t>ו'/חשון/תשפ"ז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A6182-A24C-57FA-6D9C-4851AE554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9A090-4614-9919-1B47-B05FE3386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BCA3E-8A05-48BA-87E8-A090C81FFC8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9467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3EEEC-D641-05E5-1D47-F366541E6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BE7FF-B2DE-2BC5-84CB-69FCD54D5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49E71-FFBE-637A-AA22-C3F76007D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8610-A96E-4D83-8973-D09B78956102}" type="datetimeFigureOut">
              <a:rPr lang="he-IL" smtClean="0"/>
              <a:t>ו'/חשון/תשפ"ז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DAF33-6A96-9F24-B60B-EEAA84439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B823A-2BBE-105E-1C0C-7AD98F434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BCA3E-8A05-48BA-87E8-A090C81FFC8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29691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07067-5983-5BC3-C885-647DF7F2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86B23-18B7-E7E6-F5F8-B5167630E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D52EB-38D8-BDB1-92D0-4CB46571B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8610-A96E-4D83-8973-D09B78956102}" type="datetimeFigureOut">
              <a:rPr lang="he-IL" smtClean="0"/>
              <a:t>ו'/חשון/תשפ"ז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34173-8A8A-BB04-3CDB-CF529A3F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D8429-CCDE-9E04-85AE-CC4CD3EF8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BCA3E-8A05-48BA-87E8-A090C81FFC8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53199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1C739-C538-B002-7ACD-2E4CE790F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F645B-9AC1-B266-999C-B3F4139BD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D0224B-0A63-61B1-AD65-31859B107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D0900-AD3D-02EF-8C56-2B9CF39D2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8610-A96E-4D83-8973-D09B78956102}" type="datetimeFigureOut">
              <a:rPr lang="he-IL" smtClean="0"/>
              <a:t>ו'/חשון/תשפ"ז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A67C52-1153-41A8-8DEF-36ACFB9E1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5532C-F636-07B9-20E1-292AA8C95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BCA3E-8A05-48BA-87E8-A090C81FFC8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422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C77A6-76B5-2787-0797-689F95982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18AC5-81AE-2DCD-9D24-BAFD511A7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31257-9175-C127-D7D7-0C13068FA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9A1B84-4068-A244-F3C6-04D4A718C6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1C35CE-C104-1D42-F546-76C30430AF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AA27B6-C473-0EF0-0364-F0572B750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8610-A96E-4D83-8973-D09B78956102}" type="datetimeFigureOut">
              <a:rPr lang="he-IL" smtClean="0"/>
              <a:t>ו'/חשון/תשפ"ז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A02809-DA71-E9F7-3D1F-D5906C4FE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D90316-7772-EFE1-2EF1-6B910CF23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BCA3E-8A05-48BA-87E8-A090C81FFC8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59141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47A1F-EFC1-B016-D420-2A74ED018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8A9D76-4746-6B1F-D38E-5E897E7BE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8610-A96E-4D83-8973-D09B78956102}" type="datetimeFigureOut">
              <a:rPr lang="he-IL" smtClean="0"/>
              <a:t>ו'/חשון/תשפ"ז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29CF3-FEEC-84CC-43AE-F84357F6F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78B990-A41E-D804-4DF8-C9847C41F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BCA3E-8A05-48BA-87E8-A090C81FFC8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0911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B46C7E-451D-5A4A-AFF9-887750249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8610-A96E-4D83-8973-D09B78956102}" type="datetimeFigureOut">
              <a:rPr lang="he-IL" smtClean="0"/>
              <a:t>ו'/חשון/תשפ"ז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192C50-703A-FCDA-E8BB-1750232B7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CBE26-AFBB-35A4-D4E8-1F92B15DF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BCA3E-8A05-48BA-87E8-A090C81FFC8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56719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A2D42-F1F3-52D7-F634-6DF865CBE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1F284-BDDD-CE6A-6C25-D975CD32E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B559A-9E6A-155B-6F9C-8CC42BE09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6290B-5621-FE27-E70E-FF95AC36D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8610-A96E-4D83-8973-D09B78956102}" type="datetimeFigureOut">
              <a:rPr lang="he-IL" smtClean="0"/>
              <a:t>ו'/חשון/תשפ"ז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57C1B-89EC-A03A-C568-8438EAAFD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8897E-9E7F-C395-81D8-74340B169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BCA3E-8A05-48BA-87E8-A090C81FFC8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7614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0C46B-9565-2E38-584A-AE243A224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39717-B5B3-C1DC-EFDE-7678DC3F958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556AF5-43E1-CBDB-1B31-1B444FAA7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B9202-F6C2-521F-416A-4D996F850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8610-A96E-4D83-8973-D09B78956102}" type="datetimeFigureOut">
              <a:rPr lang="he-IL" smtClean="0"/>
              <a:t>ו'/חשון/תשפ"ז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DD97D-3D05-20D3-85DA-F1D53F7CA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328BC-0970-F7DF-5E18-AAC2BFB95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BCA3E-8A05-48BA-87E8-A090C81FFC8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72001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FD6B8-55B6-F1BC-F256-7B71A4D52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275487-68F0-FBB7-C1A5-AB8036459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5DCA4-84E8-9756-C05C-D9F625501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8610-A96E-4D83-8973-D09B78956102}" type="datetimeFigureOut">
              <a:rPr lang="he-IL" smtClean="0"/>
              <a:t>ו'/חשון/תשפ"ז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6E286-C581-36DD-9036-5CD2D4D1E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A05F4-8B8D-E374-DB75-58BB458D2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BCA3E-8A05-48BA-87E8-A090C81FFC8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7378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2FE934-7333-BFEF-6C51-075DA6C531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577491-E819-2900-4AAD-1689D0119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D6AEE-7A7B-9E79-2C3A-9FFF7DB87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8610-A96E-4D83-8973-D09B78956102}" type="datetimeFigureOut">
              <a:rPr lang="he-IL" smtClean="0"/>
              <a:t>ו'/חשון/תשפ"ז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08320-BC84-9CC5-F27B-7B638F4E0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91716-EA8E-998E-F4D8-5E79F5CA0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BCA3E-8A05-48BA-87E8-A090C81FFC8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31915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1E05D5-E3DB-F761-C27E-3A61E7EA2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3A0FF-E41D-58E5-7E7D-2905C4B3F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C9A28-755E-5396-E81D-A111AD06C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938610-A96E-4D83-8973-D09B78956102}" type="datetimeFigureOut">
              <a:rPr lang="he-IL" smtClean="0"/>
              <a:t>ו'/חשון/תשפ"ז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492D8-B520-8C33-D31E-079BDF0CB6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C91F8-EDC7-D465-E10A-94BFA50BA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8BCA3E-8A05-48BA-87E8-A090C81FFC8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48191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rame_0001">
            <a:extLst>
              <a:ext uri="{FF2B5EF4-FFF2-40B4-BE49-F238E27FC236}">
                <a16:creationId xmlns:a16="http://schemas.microsoft.com/office/drawing/2014/main" id="{50C9A804-FF57-219C-8D14-CB0F81C7004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69" r="32969"/>
          <a:stretch>
            <a:fillRect/>
          </a:stretch>
        </p:blipFill>
        <p:spPr>
          <a:xfrm>
            <a:off x="4019550" y="152400"/>
            <a:ext cx="4152900" cy="655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030020-ABE4-A821-0E02-ED54B59DD38E}"/>
              </a:ext>
            </a:extLst>
          </p:cNvPr>
          <p:cNvSpPr txBox="1"/>
          <p:nvPr/>
        </p:nvSpPr>
        <p:spPr>
          <a:xfrm>
            <a:off x="7966830" y="4275201"/>
            <a:ext cx="145905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ar-EG" dirty="0"/>
              <a:t>الصفحة الرئيسية: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6ACBF70-FDB7-C383-C1A2-07B01010FE62}"/>
              </a:ext>
            </a:extLst>
          </p:cNvPr>
          <p:cNvCxnSpPr>
            <a:cxnSpLocks/>
          </p:cNvCxnSpPr>
          <p:nvPr/>
        </p:nvCxnSpPr>
        <p:spPr>
          <a:xfrm flipH="1">
            <a:off x="7086600" y="4598366"/>
            <a:ext cx="1085850" cy="1583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0696EFC3-8B51-D9B1-E015-B90166926504}"/>
              </a:ext>
            </a:extLst>
          </p:cNvPr>
          <p:cNvCxnSpPr>
            <a:cxnSpLocks/>
          </p:cNvCxnSpPr>
          <p:nvPr/>
        </p:nvCxnSpPr>
        <p:spPr>
          <a:xfrm>
            <a:off x="5048250" y="2447923"/>
            <a:ext cx="1419225" cy="68580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EE0811A-3C64-D94F-F646-2CC43264D23D}"/>
              </a:ext>
            </a:extLst>
          </p:cNvPr>
          <p:cNvSpPr txBox="1"/>
          <p:nvPr/>
        </p:nvSpPr>
        <p:spPr>
          <a:xfrm>
            <a:off x="4019550" y="2158484"/>
            <a:ext cx="1177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1800" dirty="0"/>
              <a:t>اختيار الكتاب</a:t>
            </a:r>
            <a:endParaRPr lang="he-IL" sz="1800" dirty="0"/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8A268367-C0D2-BEDD-8F51-182941038A12}"/>
              </a:ext>
            </a:extLst>
          </p:cNvPr>
          <p:cNvCxnSpPr>
            <a:cxnSpLocks/>
          </p:cNvCxnSpPr>
          <p:nvPr/>
        </p:nvCxnSpPr>
        <p:spPr>
          <a:xfrm rot="16200000" flipH="1">
            <a:off x="4779582" y="2716589"/>
            <a:ext cx="685804" cy="14847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830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rame_0002">
            <a:extLst>
              <a:ext uri="{FF2B5EF4-FFF2-40B4-BE49-F238E27FC236}">
                <a16:creationId xmlns:a16="http://schemas.microsoft.com/office/drawing/2014/main" id="{CA1FD6B8-4107-CC36-05E0-6D23E458B66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75" r="32575"/>
          <a:stretch>
            <a:fillRect/>
          </a:stretch>
        </p:blipFill>
        <p:spPr>
          <a:xfrm>
            <a:off x="3971544" y="152400"/>
            <a:ext cx="4248912" cy="6553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18ED8D-8552-C65A-3E11-294A64DDED77}"/>
              </a:ext>
            </a:extLst>
          </p:cNvPr>
          <p:cNvSpPr txBox="1"/>
          <p:nvPr/>
        </p:nvSpPr>
        <p:spPr>
          <a:xfrm>
            <a:off x="8871576" y="1115568"/>
            <a:ext cx="1350050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 rtl="1"/>
            <a:r>
              <a:rPr lang="ar-EG" b="1" u="sng" dirty="0"/>
              <a:t>صفحة البحث</a:t>
            </a:r>
          </a:p>
          <a:p>
            <a:pPr algn="r" rtl="1"/>
            <a:r>
              <a:rPr lang="ar-EG" dirty="0"/>
              <a:t>واختيار الترنيمة</a:t>
            </a:r>
            <a:endParaRPr lang="he-I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0370A2-642B-170D-D4F2-14FA421EF02F}"/>
              </a:ext>
            </a:extLst>
          </p:cNvPr>
          <p:cNvCxnSpPr>
            <a:cxnSpLocks/>
          </p:cNvCxnSpPr>
          <p:nvPr/>
        </p:nvCxnSpPr>
        <p:spPr>
          <a:xfrm flipH="1" flipV="1">
            <a:off x="7223760" y="914400"/>
            <a:ext cx="1498933" cy="667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9C48472-52D5-0839-2EF6-BDD254059440}"/>
              </a:ext>
            </a:extLst>
          </p:cNvPr>
          <p:cNvCxnSpPr>
            <a:cxnSpLocks/>
          </p:cNvCxnSpPr>
          <p:nvPr/>
        </p:nvCxnSpPr>
        <p:spPr>
          <a:xfrm flipH="1" flipV="1">
            <a:off x="6830568" y="1353312"/>
            <a:ext cx="1856232" cy="228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276C73-D305-D0DF-B0B7-3DDF43C82B39}"/>
              </a:ext>
            </a:extLst>
          </p:cNvPr>
          <p:cNvCxnSpPr>
            <a:cxnSpLocks/>
          </p:cNvCxnSpPr>
          <p:nvPr/>
        </p:nvCxnSpPr>
        <p:spPr>
          <a:xfrm flipH="1">
            <a:off x="7223760" y="1581912"/>
            <a:ext cx="1498933" cy="175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3D49F47-91D7-345A-8876-C8949706537E}"/>
              </a:ext>
            </a:extLst>
          </p:cNvPr>
          <p:cNvCxnSpPr>
            <a:cxnSpLocks/>
          </p:cNvCxnSpPr>
          <p:nvPr/>
        </p:nvCxnSpPr>
        <p:spPr>
          <a:xfrm flipH="1">
            <a:off x="7758684" y="1659139"/>
            <a:ext cx="964009" cy="1857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CAAD550-FB78-9EA6-C06A-9CCD66AB0B60}"/>
              </a:ext>
            </a:extLst>
          </p:cNvPr>
          <p:cNvSpPr txBox="1"/>
          <p:nvPr/>
        </p:nvSpPr>
        <p:spPr>
          <a:xfrm>
            <a:off x="7495470" y="1222507"/>
            <a:ext cx="263214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ar-EG" sz="1100" dirty="0"/>
              <a:t>1</a:t>
            </a:r>
            <a:endParaRPr lang="he-IL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4CCEC9-C71E-5664-D066-868EE634BA0F}"/>
              </a:ext>
            </a:extLst>
          </p:cNvPr>
          <p:cNvSpPr txBox="1"/>
          <p:nvPr/>
        </p:nvSpPr>
        <p:spPr>
          <a:xfrm>
            <a:off x="7841619" y="885962"/>
            <a:ext cx="263214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ar-EG" sz="1100" dirty="0"/>
              <a:t>3</a:t>
            </a:r>
            <a:endParaRPr lang="he-IL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81846B-42E6-F6CD-C26D-77D6725F1F8B}"/>
              </a:ext>
            </a:extLst>
          </p:cNvPr>
          <p:cNvSpPr txBox="1"/>
          <p:nvPr/>
        </p:nvSpPr>
        <p:spPr>
          <a:xfrm>
            <a:off x="7627077" y="1674191"/>
            <a:ext cx="263214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ar-EG" sz="1100" dirty="0"/>
              <a:t>2</a:t>
            </a:r>
            <a:endParaRPr lang="he-IL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050CB8-867F-33A7-D3D6-5BEB7C58BF6C}"/>
              </a:ext>
            </a:extLst>
          </p:cNvPr>
          <p:cNvSpPr txBox="1"/>
          <p:nvPr/>
        </p:nvSpPr>
        <p:spPr>
          <a:xfrm>
            <a:off x="7865118" y="2457118"/>
            <a:ext cx="263214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ar-EG" sz="1100" dirty="0"/>
              <a:t>4</a:t>
            </a:r>
            <a:endParaRPr lang="he-IL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4A24FC-E27E-4BD7-0330-69C426423E91}"/>
              </a:ext>
            </a:extLst>
          </p:cNvPr>
          <p:cNvSpPr txBox="1"/>
          <p:nvPr/>
        </p:nvSpPr>
        <p:spPr>
          <a:xfrm>
            <a:off x="7453028" y="3124640"/>
            <a:ext cx="4185761" cy="123110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 rtl="1"/>
            <a:r>
              <a:rPr lang="ar-EG" sz="1600" b="1" u="sng"/>
              <a:t>الاختيار مفتوح من دون قيود</a:t>
            </a:r>
          </a:p>
          <a:p>
            <a:pPr algn="r" rtl="1"/>
            <a:r>
              <a:rPr lang="ar-EG" sz="1400"/>
              <a:t>1- اختيار الكتاب</a:t>
            </a:r>
          </a:p>
          <a:p>
            <a:pPr algn="r" rtl="1"/>
            <a:r>
              <a:rPr lang="ar-EG" sz="1400"/>
              <a:t>2- اختيار الموضوع</a:t>
            </a:r>
          </a:p>
          <a:p>
            <a:pPr algn="r" rtl="1"/>
            <a:r>
              <a:rPr lang="ar-EG" sz="1400"/>
              <a:t>3- بحث عن الترنيمة إما رقم أو بدء كتابة أي كلمة تتذكرها في الترنيمة</a:t>
            </a:r>
          </a:p>
          <a:p>
            <a:pPr algn="r" rtl="1"/>
            <a:r>
              <a:rPr lang="ar-EG" sz="1400"/>
              <a:t>4- اختيار الترنيمة من القائمة</a:t>
            </a:r>
            <a:endParaRPr lang="he-IL" sz="1400" dirty="0"/>
          </a:p>
        </p:txBody>
      </p:sp>
      <p:pic>
        <p:nvPicPr>
          <p:cNvPr id="21" name="Picture 20" descr="frame_0013">
            <a:extLst>
              <a:ext uri="{FF2B5EF4-FFF2-40B4-BE49-F238E27FC236}">
                <a16:creationId xmlns:a16="http://schemas.microsoft.com/office/drawing/2014/main" id="{98164239-DBE0-81FF-67C6-CD5B51AD3D3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75" r="38275"/>
          <a:stretch>
            <a:fillRect/>
          </a:stretch>
        </p:blipFill>
        <p:spPr>
          <a:xfrm>
            <a:off x="1535111" y="152400"/>
            <a:ext cx="2859024" cy="65532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F96560C-86E4-FE6A-C6C5-08765A05458A}"/>
              </a:ext>
            </a:extLst>
          </p:cNvPr>
          <p:cNvSpPr txBox="1"/>
          <p:nvPr/>
        </p:nvSpPr>
        <p:spPr>
          <a:xfrm>
            <a:off x="168065" y="3640872"/>
            <a:ext cx="12514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1400" dirty="0"/>
              <a:t>1- اختيار الكتاب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DD7DC97-45B8-5754-CB16-2C7A7A16C8BA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1419488" y="1353312"/>
            <a:ext cx="1351185" cy="2441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F8CC04F-8B51-5EE0-949B-35C53F2AD5E2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1419488" y="3794761"/>
            <a:ext cx="1584585" cy="2148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649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rame_0003">
            <a:extLst>
              <a:ext uri="{FF2B5EF4-FFF2-40B4-BE49-F238E27FC236}">
                <a16:creationId xmlns:a16="http://schemas.microsoft.com/office/drawing/2014/main" id="{1CFFA455-A0AB-CBCB-CD03-393C865A6F3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22" r="32422"/>
          <a:stretch>
            <a:fillRect/>
          </a:stretch>
        </p:blipFill>
        <p:spPr>
          <a:xfrm>
            <a:off x="3952875" y="152400"/>
            <a:ext cx="4286250" cy="65532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5060797-1994-0598-6461-8A4C36843960}"/>
              </a:ext>
            </a:extLst>
          </p:cNvPr>
          <p:cNvCxnSpPr>
            <a:cxnSpLocks/>
          </p:cNvCxnSpPr>
          <p:nvPr/>
        </p:nvCxnSpPr>
        <p:spPr>
          <a:xfrm flipH="1" flipV="1">
            <a:off x="7315200" y="1353312"/>
            <a:ext cx="1407493" cy="305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A64B9DC-C190-9555-573F-8CB07AD1BA26}"/>
              </a:ext>
            </a:extLst>
          </p:cNvPr>
          <p:cNvSpPr txBox="1"/>
          <p:nvPr/>
        </p:nvSpPr>
        <p:spPr>
          <a:xfrm>
            <a:off x="8322939" y="1044560"/>
            <a:ext cx="1667508" cy="92333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ar-EG" dirty="0"/>
              <a:t>ترتيب القائمة بحسب</a:t>
            </a:r>
          </a:p>
          <a:p>
            <a:pPr marL="285750" indent="-285750" algn="r" rtl="1">
              <a:buFontTx/>
              <a:buChar char="-"/>
            </a:pPr>
            <a:r>
              <a:rPr lang="ar-EG" dirty="0"/>
              <a:t>الأرقام أو</a:t>
            </a:r>
          </a:p>
          <a:p>
            <a:pPr marL="285750" indent="-285750" algn="r" rtl="1">
              <a:buFontTx/>
              <a:buChar char="-"/>
            </a:pPr>
            <a:r>
              <a:rPr lang="ar-EG" dirty="0"/>
              <a:t>الأبجدية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072745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rame_0004">
            <a:extLst>
              <a:ext uri="{FF2B5EF4-FFF2-40B4-BE49-F238E27FC236}">
                <a16:creationId xmlns:a16="http://schemas.microsoft.com/office/drawing/2014/main" id="{21348521-BDEF-F376-19D3-B85CF508146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22" r="32422"/>
          <a:stretch>
            <a:fillRect/>
          </a:stretch>
        </p:blipFill>
        <p:spPr>
          <a:xfrm>
            <a:off x="3952875" y="152400"/>
            <a:ext cx="4286250" cy="6553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AF7C1C-A9F5-F8BD-27C3-7322FDC0233E}"/>
              </a:ext>
            </a:extLst>
          </p:cNvPr>
          <p:cNvSpPr txBox="1"/>
          <p:nvPr/>
        </p:nvSpPr>
        <p:spPr>
          <a:xfrm>
            <a:off x="8421624" y="1115568"/>
            <a:ext cx="1800002" cy="172354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EG" b="1" u="sng" dirty="0"/>
              <a:t>اختيار الموضوع:</a:t>
            </a:r>
          </a:p>
          <a:p>
            <a:pPr algn="r" rtl="1"/>
            <a:r>
              <a:rPr lang="ar-EG" dirty="0"/>
              <a:t>- </a:t>
            </a:r>
            <a:r>
              <a:rPr lang="ar-EG" sz="1400" dirty="0"/>
              <a:t>اختيار الموضوع اختياري</a:t>
            </a:r>
            <a:br>
              <a:rPr lang="ar-EG" sz="1400" dirty="0"/>
            </a:br>
            <a:r>
              <a:rPr lang="ar-EG" sz="1400" dirty="0"/>
              <a:t>- كل ترنيمة تفيد عدة مواضيع</a:t>
            </a:r>
          </a:p>
          <a:p>
            <a:pPr algn="r" rtl="1"/>
            <a:r>
              <a:rPr lang="ar-EG" sz="1400" dirty="0"/>
              <a:t>- الأرقام بجانب الموضوع هو عدد الترانيم في هذا الموضوع</a:t>
            </a:r>
            <a:endParaRPr lang="he-IL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8784AD8-A58E-4636-71FD-98D36D969BC4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7278624" y="1691640"/>
            <a:ext cx="1143000" cy="2857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57FEFD-BE60-7C82-2D70-AF4AA39C41D6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7461504" y="1977343"/>
            <a:ext cx="960120" cy="1789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850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rame_0006">
            <a:extLst>
              <a:ext uri="{FF2B5EF4-FFF2-40B4-BE49-F238E27FC236}">
                <a16:creationId xmlns:a16="http://schemas.microsoft.com/office/drawing/2014/main" id="{1A417A13-2FE0-9958-56C4-FE3A09BC456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5" r="32675"/>
          <a:stretch>
            <a:fillRect/>
          </a:stretch>
        </p:blipFill>
        <p:spPr>
          <a:xfrm>
            <a:off x="3983736" y="152400"/>
            <a:ext cx="4224528" cy="65532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79E8433-16F3-9D28-88E2-62B82E4C7065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7306056" y="1014984"/>
            <a:ext cx="1847088" cy="487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48E89D8-6ED6-E8D6-8272-09D53FE5BFDA}"/>
              </a:ext>
            </a:extLst>
          </p:cNvPr>
          <p:cNvSpPr txBox="1"/>
          <p:nvPr/>
        </p:nvSpPr>
        <p:spPr>
          <a:xfrm>
            <a:off x="9153144" y="1179576"/>
            <a:ext cx="1800002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EG" b="1" u="sng" dirty="0"/>
              <a:t>البحث عن الترنيمة:</a:t>
            </a:r>
          </a:p>
          <a:p>
            <a:pPr algn="r" rtl="1"/>
            <a:r>
              <a:rPr lang="ar-EG" dirty="0"/>
              <a:t>- </a:t>
            </a:r>
            <a:r>
              <a:rPr lang="ar-EG" sz="1400" dirty="0"/>
              <a:t>بحسب رقم الترنيمة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790CE6-FA36-7126-4EEE-DD73878EA09B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7196328" y="2421385"/>
            <a:ext cx="1956816" cy="924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468FFD3-E37E-458A-DBFC-9F61451C6CCB}"/>
              </a:ext>
            </a:extLst>
          </p:cNvPr>
          <p:cNvSpPr txBox="1"/>
          <p:nvPr/>
        </p:nvSpPr>
        <p:spPr>
          <a:xfrm>
            <a:off x="9153144" y="2745361"/>
            <a:ext cx="2093976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EG" b="1" u="sng" dirty="0"/>
              <a:t>اختيار الترنيمة كمفضلة</a:t>
            </a:r>
          </a:p>
          <a:p>
            <a:pPr algn="r" rtl="1"/>
            <a:r>
              <a:rPr lang="ar-EG" dirty="0"/>
              <a:t>كأمر اختياري لتكوين قائمة ترانيم تم ترنيمها سابقًا</a:t>
            </a:r>
            <a:endParaRPr lang="he-IL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AE11E3C-4115-9E43-F2B9-8B69C5ED6158}"/>
              </a:ext>
            </a:extLst>
          </p:cNvPr>
          <p:cNvCxnSpPr>
            <a:cxnSpLocks/>
          </p:cNvCxnSpPr>
          <p:nvPr/>
        </p:nvCxnSpPr>
        <p:spPr>
          <a:xfrm flipH="1">
            <a:off x="7507224" y="579412"/>
            <a:ext cx="1261872" cy="3282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93B004B-0735-B280-B30E-99629E04ACD2}"/>
              </a:ext>
            </a:extLst>
          </p:cNvPr>
          <p:cNvSpPr txBox="1"/>
          <p:nvPr/>
        </p:nvSpPr>
        <p:spPr>
          <a:xfrm>
            <a:off x="8400130" y="341751"/>
            <a:ext cx="180000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EG" b="1" u="sng" dirty="0"/>
              <a:t>الغاء البحث</a:t>
            </a:r>
            <a:endParaRPr lang="he-IL" dirty="0"/>
          </a:p>
        </p:txBody>
      </p:sp>
      <p:pic>
        <p:nvPicPr>
          <p:cNvPr id="24" name="Picture 23" descr="frame_0009">
            <a:extLst>
              <a:ext uri="{FF2B5EF4-FFF2-40B4-BE49-F238E27FC236}">
                <a16:creationId xmlns:a16="http://schemas.microsoft.com/office/drawing/2014/main" id="{41E595CD-56F3-B16E-0A53-5514585CDF5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50" r="38725"/>
          <a:stretch>
            <a:fillRect/>
          </a:stretch>
        </p:blipFill>
        <p:spPr>
          <a:xfrm>
            <a:off x="1388364" y="152400"/>
            <a:ext cx="2904744" cy="65532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248007E-58E9-F3F2-A136-957E1052A649}"/>
              </a:ext>
            </a:extLst>
          </p:cNvPr>
          <p:cNvSpPr txBox="1"/>
          <p:nvPr/>
        </p:nvSpPr>
        <p:spPr>
          <a:xfrm>
            <a:off x="68580" y="764078"/>
            <a:ext cx="117729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1400" dirty="0"/>
              <a:t>- بحسب كل كلمة مذكورة في الترنيمة</a:t>
            </a:r>
            <a:endParaRPr lang="he-IL" sz="180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330D5F8-B5F9-3D5F-2C23-6849C86EF23C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1245870" y="907667"/>
            <a:ext cx="2100834" cy="225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195F5D5-0232-743B-F5C6-9F5905C40CC0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1245870" y="1133410"/>
            <a:ext cx="1330833" cy="1287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342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rame_0011">
            <a:extLst>
              <a:ext uri="{FF2B5EF4-FFF2-40B4-BE49-F238E27FC236}">
                <a16:creationId xmlns:a16="http://schemas.microsoft.com/office/drawing/2014/main" id="{84149B27-5FA8-44F0-C716-042170FB1B0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74" r="36374"/>
          <a:stretch>
            <a:fillRect/>
          </a:stretch>
        </p:blipFill>
        <p:spPr>
          <a:xfrm>
            <a:off x="4434761" y="152400"/>
            <a:ext cx="3322478" cy="6553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7591C7-6415-A415-98C8-EABCFF0EE2B4}"/>
              </a:ext>
            </a:extLst>
          </p:cNvPr>
          <p:cNvSpPr txBox="1"/>
          <p:nvPr/>
        </p:nvSpPr>
        <p:spPr>
          <a:xfrm>
            <a:off x="8400130" y="341751"/>
            <a:ext cx="180000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EG" b="1" u="sng" dirty="0"/>
              <a:t>صفحة الترنيمة</a:t>
            </a:r>
            <a:endParaRPr lang="he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EE70EC-EA42-15BC-8894-5DD1AADFDA18}"/>
              </a:ext>
            </a:extLst>
          </p:cNvPr>
          <p:cNvSpPr txBox="1"/>
          <p:nvPr/>
        </p:nvSpPr>
        <p:spPr>
          <a:xfrm>
            <a:off x="2581498" y="387917"/>
            <a:ext cx="1800002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EG" sz="1200" b="1" dirty="0"/>
              <a:t>العودة للصفحة السابقة</a:t>
            </a:r>
            <a:endParaRPr lang="he-IL" sz="12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E156052-832B-EF6E-B195-6E7B1F4C2AED}"/>
              </a:ext>
            </a:extLst>
          </p:cNvPr>
          <p:cNvCxnSpPr>
            <a:cxnSpLocks/>
          </p:cNvCxnSpPr>
          <p:nvPr/>
        </p:nvCxnSpPr>
        <p:spPr>
          <a:xfrm flipV="1">
            <a:off x="4150274" y="387917"/>
            <a:ext cx="613750" cy="1660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C14572-530B-B247-BF21-DB4BD0098FD8}"/>
              </a:ext>
            </a:extLst>
          </p:cNvPr>
          <p:cNvCxnSpPr>
            <a:cxnSpLocks/>
          </p:cNvCxnSpPr>
          <p:nvPr/>
        </p:nvCxnSpPr>
        <p:spPr>
          <a:xfrm flipV="1">
            <a:off x="4043172" y="722679"/>
            <a:ext cx="1571244" cy="2927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21050DB-B994-6151-10E0-495407212DFF}"/>
              </a:ext>
            </a:extLst>
          </p:cNvPr>
          <p:cNvSpPr txBox="1"/>
          <p:nvPr/>
        </p:nvSpPr>
        <p:spPr>
          <a:xfrm>
            <a:off x="2508346" y="837698"/>
            <a:ext cx="1800002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EG" sz="1200" b="1" dirty="0"/>
              <a:t>تصفح الترانيم بالتسلسل</a:t>
            </a:r>
            <a:endParaRPr lang="he-IL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D8B6BF-64CF-3201-AC0F-7C08C04E744E}"/>
              </a:ext>
            </a:extLst>
          </p:cNvPr>
          <p:cNvSpPr txBox="1"/>
          <p:nvPr/>
        </p:nvSpPr>
        <p:spPr>
          <a:xfrm>
            <a:off x="2508346" y="1358487"/>
            <a:ext cx="1800002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EG" sz="1200" b="1" dirty="0"/>
              <a:t>أدوات إعدادات عرض الترنيمة</a:t>
            </a:r>
            <a:endParaRPr lang="he-IL" sz="12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5993843-8DD1-B971-F20D-F3D54A13D453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4308348" y="734419"/>
            <a:ext cx="1699260" cy="7625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BE43F2B-D8A5-787D-BCE4-C4FB78A5666A}"/>
              </a:ext>
            </a:extLst>
          </p:cNvPr>
          <p:cNvSpPr txBox="1"/>
          <p:nvPr/>
        </p:nvSpPr>
        <p:spPr>
          <a:xfrm>
            <a:off x="2508346" y="1940506"/>
            <a:ext cx="1800002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EG" sz="1200" b="1" dirty="0"/>
              <a:t>عرض الترنيمة على كامل الشاشة</a:t>
            </a:r>
            <a:endParaRPr lang="he-IL" sz="12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43DD7AE-8189-562F-D5D0-AC605732B00E}"/>
              </a:ext>
            </a:extLst>
          </p:cNvPr>
          <p:cNvCxnSpPr>
            <a:cxnSpLocks/>
          </p:cNvCxnSpPr>
          <p:nvPr/>
        </p:nvCxnSpPr>
        <p:spPr>
          <a:xfrm flipV="1">
            <a:off x="4095449" y="750194"/>
            <a:ext cx="2177335" cy="13288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05AED92-BAAE-15F3-84DC-EC10334E08E5}"/>
              </a:ext>
            </a:extLst>
          </p:cNvPr>
          <p:cNvSpPr txBox="1"/>
          <p:nvPr/>
        </p:nvSpPr>
        <p:spPr>
          <a:xfrm>
            <a:off x="7883652" y="1919434"/>
            <a:ext cx="1800002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EG" sz="1200" b="1" dirty="0"/>
              <a:t>للانتقال لصفحة البحث</a:t>
            </a:r>
            <a:endParaRPr lang="he-IL" sz="12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6361CAE-C84D-9273-66B8-E0000ED9EC63}"/>
              </a:ext>
            </a:extLst>
          </p:cNvPr>
          <p:cNvCxnSpPr>
            <a:cxnSpLocks/>
          </p:cNvCxnSpPr>
          <p:nvPr/>
        </p:nvCxnSpPr>
        <p:spPr>
          <a:xfrm flipH="1" flipV="1">
            <a:off x="6544739" y="750194"/>
            <a:ext cx="1624663" cy="13077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AE64B12-9919-BA01-982E-B82A6499C279}"/>
              </a:ext>
            </a:extLst>
          </p:cNvPr>
          <p:cNvSpPr txBox="1"/>
          <p:nvPr/>
        </p:nvSpPr>
        <p:spPr>
          <a:xfrm>
            <a:off x="7908038" y="1496987"/>
            <a:ext cx="1800002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EG" sz="1200" b="1" dirty="0"/>
              <a:t>لمشاركة نص الترنيمة</a:t>
            </a:r>
            <a:endParaRPr lang="he-IL" sz="120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4AC0A5-DF93-81F3-C7E0-3C6C96A113BE}"/>
              </a:ext>
            </a:extLst>
          </p:cNvPr>
          <p:cNvCxnSpPr>
            <a:cxnSpLocks/>
          </p:cNvCxnSpPr>
          <p:nvPr/>
        </p:nvCxnSpPr>
        <p:spPr>
          <a:xfrm flipH="1" flipV="1">
            <a:off x="6962998" y="722679"/>
            <a:ext cx="1206404" cy="9128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A7A956C-50A7-FF50-F82A-EFB8BE07731C}"/>
              </a:ext>
            </a:extLst>
          </p:cNvPr>
          <p:cNvSpPr txBox="1"/>
          <p:nvPr/>
        </p:nvSpPr>
        <p:spPr>
          <a:xfrm>
            <a:off x="7987967" y="1060570"/>
            <a:ext cx="1800002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EG" sz="1200" b="1" dirty="0"/>
              <a:t>اختيار الترنيمة كمفضلة</a:t>
            </a:r>
            <a:endParaRPr lang="he-IL" sz="12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3C97943-6BCA-D4BA-F182-D0BE19F8BB9B}"/>
              </a:ext>
            </a:extLst>
          </p:cNvPr>
          <p:cNvCxnSpPr>
            <a:cxnSpLocks/>
          </p:cNvCxnSpPr>
          <p:nvPr/>
        </p:nvCxnSpPr>
        <p:spPr>
          <a:xfrm flipH="1" flipV="1">
            <a:off x="7214195" y="638123"/>
            <a:ext cx="1106006" cy="4986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2" name="Picture 41" descr="frame_0018">
            <a:extLst>
              <a:ext uri="{FF2B5EF4-FFF2-40B4-BE49-F238E27FC236}">
                <a16:creationId xmlns:a16="http://schemas.microsoft.com/office/drawing/2014/main" id="{F4674D96-077B-1B8F-D959-723902911B7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34" t="1308" r="38827" b="2762"/>
          <a:stretch>
            <a:fillRect/>
          </a:stretch>
        </p:blipFill>
        <p:spPr>
          <a:xfrm>
            <a:off x="108547" y="1229716"/>
            <a:ext cx="2428425" cy="5342534"/>
          </a:xfrm>
          <a:prstGeom prst="rect">
            <a:avLst/>
          </a:prstGeom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0ECA66C-88FE-EBAC-6C9B-B5C6A914A40B}"/>
              </a:ext>
            </a:extLst>
          </p:cNvPr>
          <p:cNvCxnSpPr>
            <a:cxnSpLocks/>
          </p:cNvCxnSpPr>
          <p:nvPr/>
        </p:nvCxnSpPr>
        <p:spPr>
          <a:xfrm flipH="1">
            <a:off x="2357547" y="2251788"/>
            <a:ext cx="506991" cy="13428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000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rame_0015">
            <a:extLst>
              <a:ext uri="{FF2B5EF4-FFF2-40B4-BE49-F238E27FC236}">
                <a16:creationId xmlns:a16="http://schemas.microsoft.com/office/drawing/2014/main" id="{271F54B6-3E68-977B-53BC-29D7C209A28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88" r="32188"/>
          <a:stretch>
            <a:fillRect/>
          </a:stretch>
        </p:blipFill>
        <p:spPr>
          <a:xfrm>
            <a:off x="3924300" y="152400"/>
            <a:ext cx="4343400" cy="6553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74992B-5065-10FE-5D7C-BA6479DB03E1}"/>
              </a:ext>
            </a:extLst>
          </p:cNvPr>
          <p:cNvSpPr txBox="1"/>
          <p:nvPr/>
        </p:nvSpPr>
        <p:spPr>
          <a:xfrm>
            <a:off x="7693303" y="737404"/>
            <a:ext cx="123451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EG" sz="1200" b="1" dirty="0"/>
              <a:t>للانتقال السهل إلى الأبيات والقرار</a:t>
            </a:r>
            <a:endParaRPr lang="he-IL" sz="12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CD9012D-4027-4094-96A9-F822B92BA2CD}"/>
              </a:ext>
            </a:extLst>
          </p:cNvPr>
          <p:cNvCxnSpPr>
            <a:cxnSpLocks/>
          </p:cNvCxnSpPr>
          <p:nvPr/>
        </p:nvCxnSpPr>
        <p:spPr>
          <a:xfrm flipH="1">
            <a:off x="7534275" y="1190625"/>
            <a:ext cx="6477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51A666-B0C9-BFE2-4104-219FDFE8025C}"/>
              </a:ext>
            </a:extLst>
          </p:cNvPr>
          <p:cNvCxnSpPr>
            <a:cxnSpLocks/>
          </p:cNvCxnSpPr>
          <p:nvPr/>
        </p:nvCxnSpPr>
        <p:spPr>
          <a:xfrm flipH="1">
            <a:off x="7534275" y="1190625"/>
            <a:ext cx="647700" cy="3524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B984918-5ECE-A6BE-E4AC-033769ECD653}"/>
              </a:ext>
            </a:extLst>
          </p:cNvPr>
          <p:cNvCxnSpPr>
            <a:cxnSpLocks/>
          </p:cNvCxnSpPr>
          <p:nvPr/>
        </p:nvCxnSpPr>
        <p:spPr>
          <a:xfrm flipH="1">
            <a:off x="7534275" y="1190624"/>
            <a:ext cx="647700" cy="6049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9C18E3B-AC09-FBD6-47D2-85B8EB8736A3}"/>
              </a:ext>
            </a:extLst>
          </p:cNvPr>
          <p:cNvCxnSpPr>
            <a:cxnSpLocks/>
          </p:cNvCxnSpPr>
          <p:nvPr/>
        </p:nvCxnSpPr>
        <p:spPr>
          <a:xfrm flipH="1">
            <a:off x="7534275" y="1199069"/>
            <a:ext cx="647700" cy="9489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F57FE82-74BF-7242-D32C-8A2BA1797EA7}"/>
              </a:ext>
            </a:extLst>
          </p:cNvPr>
          <p:cNvCxnSpPr>
            <a:cxnSpLocks/>
          </p:cNvCxnSpPr>
          <p:nvPr/>
        </p:nvCxnSpPr>
        <p:spPr>
          <a:xfrm flipH="1">
            <a:off x="7534275" y="1440309"/>
            <a:ext cx="523875" cy="9601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957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rame_0021">
            <a:extLst>
              <a:ext uri="{FF2B5EF4-FFF2-40B4-BE49-F238E27FC236}">
                <a16:creationId xmlns:a16="http://schemas.microsoft.com/office/drawing/2014/main" id="{EAB34BA5-139F-040A-943F-4AE95179ADE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56" r="32656"/>
          <a:stretch>
            <a:fillRect/>
          </a:stretch>
        </p:blipFill>
        <p:spPr>
          <a:xfrm>
            <a:off x="3981450" y="152400"/>
            <a:ext cx="4229100" cy="655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49C3D3-9038-1C7F-E93C-E4D76445E715}"/>
              </a:ext>
            </a:extLst>
          </p:cNvPr>
          <p:cNvSpPr txBox="1"/>
          <p:nvPr/>
        </p:nvSpPr>
        <p:spPr>
          <a:xfrm>
            <a:off x="7664728" y="1728004"/>
            <a:ext cx="123451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EG" sz="1200" b="1" dirty="0"/>
              <a:t>لعرض الترجمة بالإنجليزية</a:t>
            </a:r>
            <a:endParaRPr lang="he-IL" sz="12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CD9BDEE-69E1-7F22-2F79-FDC896085997}"/>
              </a:ext>
            </a:extLst>
          </p:cNvPr>
          <p:cNvCxnSpPr>
            <a:cxnSpLocks/>
          </p:cNvCxnSpPr>
          <p:nvPr/>
        </p:nvCxnSpPr>
        <p:spPr>
          <a:xfrm flipH="1" flipV="1">
            <a:off x="5981700" y="447675"/>
            <a:ext cx="2228850" cy="1414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4877529-9D4C-A712-B50A-9FBE1C444841}"/>
              </a:ext>
            </a:extLst>
          </p:cNvPr>
          <p:cNvSpPr txBox="1"/>
          <p:nvPr/>
        </p:nvSpPr>
        <p:spPr>
          <a:xfrm>
            <a:off x="7766189" y="676572"/>
            <a:ext cx="123451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EG" sz="1200" b="1" dirty="0"/>
              <a:t>لعرض الترجمة بالألمانية</a:t>
            </a:r>
            <a:endParaRPr lang="he-IL" sz="12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129528-D212-AB90-343D-45D95B2F8C63}"/>
              </a:ext>
            </a:extLst>
          </p:cNvPr>
          <p:cNvCxnSpPr>
            <a:cxnSpLocks/>
          </p:cNvCxnSpPr>
          <p:nvPr/>
        </p:nvCxnSpPr>
        <p:spPr>
          <a:xfrm flipH="1" flipV="1">
            <a:off x="6324600" y="414486"/>
            <a:ext cx="1957387" cy="5257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900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rame_0023">
            <a:extLst>
              <a:ext uri="{FF2B5EF4-FFF2-40B4-BE49-F238E27FC236}">
                <a16:creationId xmlns:a16="http://schemas.microsoft.com/office/drawing/2014/main" id="{FE8217D2-A318-9F84-F2ED-33C0DAE5AF3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76" r="32176"/>
          <a:stretch>
            <a:fillRect/>
          </a:stretch>
        </p:blipFill>
        <p:spPr>
          <a:xfrm>
            <a:off x="3922852" y="152400"/>
            <a:ext cx="4346296" cy="655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F62BBE-9FF4-036C-2530-07E82409654C}"/>
              </a:ext>
            </a:extLst>
          </p:cNvPr>
          <p:cNvSpPr txBox="1"/>
          <p:nvPr/>
        </p:nvSpPr>
        <p:spPr>
          <a:xfrm>
            <a:off x="7362825" y="3152001"/>
            <a:ext cx="726797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EG" sz="1200" b="1" dirty="0"/>
              <a:t>حجم الخط</a:t>
            </a:r>
            <a:endParaRPr lang="he-IL" sz="12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100A851-F11B-D7A7-051B-B5EF23DD1F04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4060547" y="5799599"/>
            <a:ext cx="911503" cy="678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BBF1662-B125-F9F6-9EB7-7ABC834C136E}"/>
              </a:ext>
            </a:extLst>
          </p:cNvPr>
          <p:cNvSpPr txBox="1"/>
          <p:nvPr/>
        </p:nvSpPr>
        <p:spPr>
          <a:xfrm>
            <a:off x="7399476" y="3773934"/>
            <a:ext cx="726797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EG" sz="1200" b="1" dirty="0"/>
              <a:t>نوع الخط</a:t>
            </a:r>
            <a:endParaRPr lang="he-IL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AD2E53-59DC-BC18-2062-40241D409BD0}"/>
              </a:ext>
            </a:extLst>
          </p:cNvPr>
          <p:cNvSpPr txBox="1"/>
          <p:nvPr/>
        </p:nvSpPr>
        <p:spPr>
          <a:xfrm>
            <a:off x="7542351" y="5101267"/>
            <a:ext cx="726797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EG" sz="1200" b="1" dirty="0"/>
              <a:t>شاشة فاتحة أو غامقة</a:t>
            </a:r>
            <a:endParaRPr lang="he-IL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A0470-2153-ED6A-6615-79B4AF990B80}"/>
              </a:ext>
            </a:extLst>
          </p:cNvPr>
          <p:cNvSpPr txBox="1"/>
          <p:nvPr/>
        </p:nvSpPr>
        <p:spPr>
          <a:xfrm>
            <a:off x="3333750" y="5291767"/>
            <a:ext cx="726797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EG" sz="1200" b="1" dirty="0"/>
              <a:t>لبحث سريع عن الترنيمة في الانترنت</a:t>
            </a:r>
            <a:endParaRPr lang="he-IL" sz="12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83FBD9-6D25-16C4-50F9-6A5A43DEB7C9}"/>
              </a:ext>
            </a:extLst>
          </p:cNvPr>
          <p:cNvCxnSpPr>
            <a:cxnSpLocks/>
          </p:cNvCxnSpPr>
          <p:nvPr/>
        </p:nvCxnSpPr>
        <p:spPr>
          <a:xfrm flipH="1">
            <a:off x="7286625" y="3462966"/>
            <a:ext cx="460096" cy="2063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3061E99-3A1A-DBB6-2938-8A1312935309}"/>
              </a:ext>
            </a:extLst>
          </p:cNvPr>
          <p:cNvCxnSpPr>
            <a:cxnSpLocks/>
          </p:cNvCxnSpPr>
          <p:nvPr/>
        </p:nvCxnSpPr>
        <p:spPr>
          <a:xfrm flipH="1">
            <a:off x="7312303" y="4052349"/>
            <a:ext cx="460096" cy="2063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FD9EE61-6A70-85BC-B8AB-04FDC51AC5E2}"/>
              </a:ext>
            </a:extLst>
          </p:cNvPr>
          <p:cNvCxnSpPr>
            <a:cxnSpLocks/>
          </p:cNvCxnSpPr>
          <p:nvPr/>
        </p:nvCxnSpPr>
        <p:spPr>
          <a:xfrm flipH="1" flipV="1">
            <a:off x="7399476" y="5291767"/>
            <a:ext cx="374371" cy="8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12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rame_0037">
            <a:extLst>
              <a:ext uri="{FF2B5EF4-FFF2-40B4-BE49-F238E27FC236}">
                <a16:creationId xmlns:a16="http://schemas.microsoft.com/office/drawing/2014/main" id="{FA531B9B-CE67-0B46-A790-1C332FC4BE2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4" r="32734"/>
          <a:stretch>
            <a:fillRect/>
          </a:stretch>
        </p:blipFill>
        <p:spPr>
          <a:xfrm>
            <a:off x="3990975" y="152400"/>
            <a:ext cx="4210050" cy="655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B5D033-1B79-294F-468A-C1A7E7989401}"/>
              </a:ext>
            </a:extLst>
          </p:cNvPr>
          <p:cNvSpPr txBox="1"/>
          <p:nvPr/>
        </p:nvSpPr>
        <p:spPr>
          <a:xfrm>
            <a:off x="3016528" y="5699929"/>
            <a:ext cx="1234519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EG" sz="1200" b="1" dirty="0" err="1"/>
              <a:t>إعدادت</a:t>
            </a:r>
            <a:r>
              <a:rPr lang="ar-EG" sz="1200" b="1" dirty="0"/>
              <a:t> البرنامج</a:t>
            </a:r>
            <a:endParaRPr lang="he-IL" sz="12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2E0213A-144C-E0DD-FDB1-240DE2D188E9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251047" y="5838429"/>
            <a:ext cx="597178" cy="3623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7CCF7CE-CEDC-598D-144F-4BFDDC6E6F9D}"/>
              </a:ext>
            </a:extLst>
          </p:cNvPr>
          <p:cNvSpPr txBox="1"/>
          <p:nvPr/>
        </p:nvSpPr>
        <p:spPr>
          <a:xfrm>
            <a:off x="2534639" y="341315"/>
            <a:ext cx="123451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EG" sz="1200" b="1" dirty="0"/>
              <a:t>مقياس الكلام فقط لكتاب ترنيمات روحية</a:t>
            </a:r>
            <a:endParaRPr lang="he-IL" sz="1200" dirty="0"/>
          </a:p>
        </p:txBody>
      </p:sp>
      <p:pic>
        <p:nvPicPr>
          <p:cNvPr id="13" name="Picture 12" descr="frame_0033">
            <a:extLst>
              <a:ext uri="{FF2B5EF4-FFF2-40B4-BE49-F238E27FC236}">
                <a16:creationId xmlns:a16="http://schemas.microsoft.com/office/drawing/2014/main" id="{8C6D9C7B-A65E-2676-B6A0-287E01B6565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12" t="1599" r="38672" b="45041"/>
          <a:stretch>
            <a:fillRect/>
          </a:stretch>
        </p:blipFill>
        <p:spPr>
          <a:xfrm>
            <a:off x="9299947" y="1268643"/>
            <a:ext cx="2444378" cy="298132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D51A09B-D039-F140-8B05-A0C870BC250F}"/>
              </a:ext>
            </a:extLst>
          </p:cNvPr>
          <p:cNvCxnSpPr>
            <a:cxnSpLocks/>
          </p:cNvCxnSpPr>
          <p:nvPr/>
        </p:nvCxnSpPr>
        <p:spPr>
          <a:xfrm>
            <a:off x="7222847" y="1304529"/>
            <a:ext cx="2077100" cy="3623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E607CA2-20D2-803A-6094-68584FE4E970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769158" y="664481"/>
            <a:ext cx="1079067" cy="2165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6A34D61-26EA-9D28-C5CD-9EC844C0C170}"/>
              </a:ext>
            </a:extLst>
          </p:cNvPr>
          <p:cNvSpPr txBox="1"/>
          <p:nvPr/>
        </p:nvSpPr>
        <p:spPr>
          <a:xfrm>
            <a:off x="3054628" y="1308508"/>
            <a:ext cx="123451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EG" sz="1200" b="1" dirty="0" err="1"/>
              <a:t>إعدادت</a:t>
            </a:r>
            <a:r>
              <a:rPr lang="ar-EG" sz="1200" b="1" dirty="0"/>
              <a:t> البرنامج مشابهة لإعدادات الترنيمة</a:t>
            </a:r>
            <a:endParaRPr lang="he-IL" sz="12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A810CA7-371B-01A2-18F1-CE04D6572F5A}"/>
              </a:ext>
            </a:extLst>
          </p:cNvPr>
          <p:cNvCxnSpPr>
            <a:cxnSpLocks/>
          </p:cNvCxnSpPr>
          <p:nvPr/>
        </p:nvCxnSpPr>
        <p:spPr>
          <a:xfrm>
            <a:off x="4251047" y="1447007"/>
            <a:ext cx="597178" cy="3623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399533F-5C86-C7E7-85BD-3BDC5ED08C0F}"/>
              </a:ext>
            </a:extLst>
          </p:cNvPr>
          <p:cNvSpPr txBox="1"/>
          <p:nvPr/>
        </p:nvSpPr>
        <p:spPr>
          <a:xfrm>
            <a:off x="2437368" y="2775358"/>
            <a:ext cx="1234519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EG" sz="1200" b="1" dirty="0"/>
              <a:t>مشاركة التطبيق</a:t>
            </a:r>
            <a:endParaRPr lang="he-IL" sz="12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AF1DC78-FF0C-694A-D5BE-69B87E242E5C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3671887" y="2913858"/>
            <a:ext cx="1098922" cy="1970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5" name="Picture 24" descr="frame_0036">
            <a:extLst>
              <a:ext uri="{FF2B5EF4-FFF2-40B4-BE49-F238E27FC236}">
                <a16:creationId xmlns:a16="http://schemas.microsoft.com/office/drawing/2014/main" id="{CAE6F7F8-8505-4C89-BA8E-FAC47BFA0E0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4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56" t="-1" r="38672" b="34847"/>
          <a:stretch>
            <a:fillRect/>
          </a:stretch>
        </p:blipFill>
        <p:spPr>
          <a:xfrm>
            <a:off x="293932" y="346879"/>
            <a:ext cx="2337978" cy="3458765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5C85E71-4708-896F-C9F3-BFA90E6D886A}"/>
              </a:ext>
            </a:extLst>
          </p:cNvPr>
          <p:cNvCxnSpPr>
            <a:cxnSpLocks/>
          </p:cNvCxnSpPr>
          <p:nvPr/>
        </p:nvCxnSpPr>
        <p:spPr>
          <a:xfrm flipH="1">
            <a:off x="2534639" y="664480"/>
            <a:ext cx="298858" cy="7465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425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rame_0034">
            <a:extLst>
              <a:ext uri="{FF2B5EF4-FFF2-40B4-BE49-F238E27FC236}">
                <a16:creationId xmlns:a16="http://schemas.microsoft.com/office/drawing/2014/main" id="{9BF18A09-A658-122B-9CB7-59CF7BA93E3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41" r="37813"/>
          <a:stretch>
            <a:fillRect/>
          </a:stretch>
        </p:blipFill>
        <p:spPr>
          <a:xfrm>
            <a:off x="4467225" y="152400"/>
            <a:ext cx="3114675" cy="655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B2BAB0-9949-A17A-9645-AB4EB0FBF00F}"/>
              </a:ext>
            </a:extLst>
          </p:cNvPr>
          <p:cNvSpPr txBox="1"/>
          <p:nvPr/>
        </p:nvSpPr>
        <p:spPr>
          <a:xfrm>
            <a:off x="3016528" y="5699929"/>
            <a:ext cx="1234519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EG" sz="1200" b="1" dirty="0"/>
              <a:t>تعليمات البرنامج</a:t>
            </a:r>
            <a:endParaRPr lang="he-IL" sz="12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6479885-E7D2-4051-57EC-983DAA367046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251047" y="5838429"/>
            <a:ext cx="1444903" cy="4480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399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172</Words>
  <Application>Microsoft Office PowerPoint</Application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איבט סלייח</dc:creator>
  <cp:lastModifiedBy>איבט סלייח</cp:lastModifiedBy>
  <cp:revision>2</cp:revision>
  <dcterms:created xsi:type="dcterms:W3CDTF">2026-10-17T14:01:49Z</dcterms:created>
  <dcterms:modified xsi:type="dcterms:W3CDTF">2026-10-17T15:18:38Z</dcterms:modified>
</cp:coreProperties>
</file>